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Overall</c:v>
                </c:pt>
                <c:pt idx="1">
                  <c:v>Forget</c:v>
                </c:pt>
                <c:pt idx="2">
                  <c:v>Retain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</c:v>
                </c:pt>
                <c:pt idx="1">
                  <c:v>1</c:v>
                </c:pt>
                <c:pt idx="2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5C-4144-8AC2-4FD4B2DC18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Overall</c:v>
                </c:pt>
                <c:pt idx="1">
                  <c:v>Forget</c:v>
                </c:pt>
                <c:pt idx="2">
                  <c:v>Retain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0.71</c:v>
                </c:pt>
                <c:pt idx="1">
                  <c:v>0</c:v>
                </c:pt>
                <c:pt idx="2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15C-4144-8AC2-4FD4B2DC18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4814304"/>
        <c:axId val="1814814784"/>
      </c:barChart>
      <c:catAx>
        <c:axId val="181481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814784"/>
        <c:crosses val="autoZero"/>
        <c:auto val="1"/>
        <c:lblAlgn val="ctr"/>
        <c:lblOffset val="100"/>
        <c:noMultiLvlLbl val="0"/>
      </c:catAx>
      <c:valAx>
        <c:axId val="1814814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4814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52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B9AAA">
              <a:alpha val="18000"/>
            </a:srgbClr>
          </a:solidFill>
          <a:ln w="12700">
            <a:solidFill>
              <a:srgbClr val="1B9AA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UNDERSTANDING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Speaker Identity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Self-Supervised Speech Models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3090672"/>
            <a:ext cx="4114800" cy="36576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Bhalla (M25DE1050)  ·  Vitthal Pandey (M25DE1060)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6393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VCTK Corpus  |  HuBERT-base-ls960  |  PyTorch + HuggingFace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Acc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4160520"/>
            <a:ext cx="2011680" cy="804672"/>
          </a:xfrm>
          <a:prstGeom prst="rect">
            <a:avLst/>
          </a:prstGeom>
          <a:solidFill>
            <a:srgbClr val="1C3557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47472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01168" cy="274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201168" cy="5486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011680"/>
            <a:ext cx="201168" cy="9144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48840"/>
            <a:ext cx="201168" cy="6400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2286000"/>
            <a:ext cx="201168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057400"/>
            <a:ext cx="201168" cy="8229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2240280"/>
            <a:ext cx="201168" cy="45720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103120"/>
            <a:ext cx="201168" cy="7315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2308860"/>
            <a:ext cx="201168" cy="32004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171700"/>
            <a:ext cx="201168" cy="5943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974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017520"/>
            <a:ext cx="45720" cy="3657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83280"/>
            <a:ext cx="3017520" cy="475488"/>
          </a:xfrm>
          <a:prstGeom prst="rect">
            <a:avLst/>
          </a:prstGeom>
          <a:solidFill>
            <a:srgbClr val="1C3557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8328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HuBERT Hidden State (768-dim)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BOTH phonetic + speaker 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1005840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5020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20240" y="3950208"/>
            <a:ext cx="1280160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950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!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023360" y="1051560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0" y="1051560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10972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60520" y="1362456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embeddings enable re-identification — violates GDPR &amp; user consent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2020824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23360" y="2020824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206654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REMOVAL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0520" y="2331720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mechanism to selectively remove individual speakers from trained models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023360" y="2990088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023360" y="2990088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0520" y="3035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COST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60520" y="3300984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retraining of HuBERT costs $1000s and weeks of GPU compute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23360" y="3959352"/>
            <a:ext cx="484632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023360" y="3959352"/>
            <a:ext cx="54864" cy="82296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4005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LEAK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60520" y="4270248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 remains recoverable even after ASR fine-tuning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3-Step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051560"/>
            <a:ext cx="502920" cy="502920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Baseline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speaker encoder on all 10 speakers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100% speaker accuracy (baseline)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2608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encoder preserves phonetic info (MSE loss)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PRIVACY PROBLEM exists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82696" y="10515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GRL Adversarial Unlearning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82696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Reversal Layer flips gradients for forget speakers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to uniform → max confusion on forgotten speakers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82696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speakers train NORMALLY with cross-entropy loss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ramps 0 → 1 (sigmoid warmup, 200 steps)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1005840"/>
            <a:ext cx="2834640" cy="3931920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72784" y="10515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2784" y="16642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Post-Training: Projection Removal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72784" y="2212848"/>
            <a:ext cx="24688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331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on forget-speaker embeddings → find principal directions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29260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Orthogonally project those directions out of weight matrix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72784" y="35204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guarantee — speaker subspace is nulled out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72784" y="41148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extra privacy beyond GRL alone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 =  1.0 × CE(retain)  +  2.0 × KL(forget → uniform)  +  0.05 × MSE(content)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SOTA TARGETS: PASS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212080" y="1005840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212080" y="1005840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49240" y="104241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Accuracy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49240" y="12801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→  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17920" y="1261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15179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10%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955280" y="120700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212080" y="1810512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12080" y="1810512"/>
            <a:ext cx="54864" cy="74980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49240" y="1847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Accuracy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49240" y="20848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 →  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217920" y="206654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49240" y="23225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80%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955280" y="201168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12080" y="2615184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12080" y="2615184"/>
            <a:ext cx="54864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4924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Confidence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349240" y="28895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→  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217920" y="2871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4924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~Random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955280" y="2816352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212080" y="3419856"/>
            <a:ext cx="365760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212080" y="3419856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3456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349240" y="36941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→  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17920" y="36758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49240" y="39319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0.80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955280" y="362102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11480" y="4325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Gap = -0.0092  —  Forget speakers scored BELOW random chance. Model is actively confused about their identity.</a:t>
            </a:r>
            <a:endParaRPr lang="en-US" sz="1050" dirty="0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77F4C79E-A9BE-3D1C-196E-208639F0A6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3956588"/>
              </p:ext>
            </p:extLst>
          </p:nvPr>
        </p:nvGraphicFramePr>
        <p:xfrm>
          <a:off x="241611" y="1175258"/>
          <a:ext cx="4852886" cy="2957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B9AAA">
              <a:alpha val="10000"/>
            </a:srgbClr>
          </a:solidFill>
          <a:ln w="12700">
            <a:solidFill>
              <a:srgbClr val="1B9AA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Impact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demonstrated that speaker identity can be surgically removed from HuBERT speech models — without retraining — using Gradient Reversal + SVD Projection Removal.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783080"/>
            <a:ext cx="162763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Forgetting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accuracy 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speakers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56816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56816" y="1783080"/>
            <a:ext cx="1627632" cy="5486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Quality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48256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96.4% accuracy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retain speakers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30752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783080"/>
            <a:ext cx="16276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22192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confidence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random chance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04688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04688" y="1783080"/>
            <a:ext cx="162763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Preserved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96128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 cosine sim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phonetics intact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78624" y="1783080"/>
            <a:ext cx="1627632" cy="1417320"/>
          </a:xfrm>
          <a:prstGeom prst="rect">
            <a:avLst/>
          </a:prstGeom>
          <a:solidFill>
            <a:srgbClr val="1C3557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783080"/>
            <a:ext cx="1627632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70064" y="1883664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70064" y="2304288"/>
            <a:ext cx="14447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1.7M params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mins on T4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3730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all 109 VCTK speakers on A100 GPU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evaluated: 3.92 (Whisper-tiny) — speech quality confirmed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2793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retrain-from-scratch and gradient ascent baselines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5537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multilingual speakers with mHuBERT / XLS-R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246120"/>
            <a:ext cx="2926080" cy="16459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2461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AI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0118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Manisha Bhalla  ·  Vitthal Pandey  |  VCTK + HuBERT-base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480</Words>
  <Application>Microsoft Office PowerPoint</Application>
  <PresentationFormat>On-screen Show (16:9)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Speaker Identity Unlearning</dc:title>
  <dc:subject>PptxGenJS Presentation</dc:subject>
  <dc:creator>Manisha Bhalla &amp; Vitthal Pandey</dc:creator>
  <cp:lastModifiedBy>Manisha Bhalla</cp:lastModifiedBy>
  <cp:revision>3</cp:revision>
  <dcterms:created xsi:type="dcterms:W3CDTF">2026-04-18T18:44:38Z</dcterms:created>
  <dcterms:modified xsi:type="dcterms:W3CDTF">2026-04-19T04:23:43Z</dcterms:modified>
</cp:coreProperties>
</file>