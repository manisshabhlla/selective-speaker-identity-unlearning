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Unlearning</c:v>
                </c:pt>
              </c:strCache>
            </c:strRef>
          </c:tx>
          <c:spPr>
            <a:solidFill>
              <a:srgbClr val="4B7B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Forget Acc</c:v>
                </c:pt>
                <c:pt idx="1">
                  <c:v>Retain Acc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D9-4114-9EAA-CD4996B911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Unlearning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Forget Acc</c:v>
                </c:pt>
                <c:pt idx="1">
                  <c:v>Retain Acc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D9-4114-9EAA-CD4996B911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52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B9AAA">
              <a:alpha val="18000"/>
            </a:srgbClr>
          </a:solidFill>
          <a:ln w="12700">
            <a:solidFill>
              <a:srgbClr val="1B9AA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UNDERSTANDING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Speaker Identity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Self-Supervised Speech Models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3090672"/>
            <a:ext cx="4114800" cy="36576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Bhalla (M25DE1050)  ·  Vitthal Pandey (M25DE1060)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6393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VCTK Corpus  |  HuBERT-base-ls960  |  PyTorch + HuggingFace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Acc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01168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201168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011680"/>
            <a:ext cx="201168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48840"/>
            <a:ext cx="201168" cy="6400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2286000"/>
            <a:ext cx="201168" cy="3657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057400"/>
            <a:ext cx="201168" cy="8229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240280"/>
            <a:ext cx="201168" cy="4572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103120"/>
            <a:ext cx="201168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2308860"/>
            <a:ext cx="201168" cy="3200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171700"/>
            <a:ext cx="201168" cy="5943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017520"/>
            <a:ext cx="45720" cy="3657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83280"/>
            <a:ext cx="301752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8328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HuBERT Hidden State (768-dim)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BOTH phonetic + speaker 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1005840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502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20240" y="3950208"/>
            <a:ext cx="1280160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950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!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23360" y="1051560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0" y="105156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1097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60520" y="136245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embeddings enable re-identification — violates GDPR &amp; user consent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2020824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0" y="2020824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066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REMOVAL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60520" y="233172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mechanism to selectively remove individual speakers from trained models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23360" y="2990088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23360" y="2990088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035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60520" y="330098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retraining of HuBERT costs $1000s and weeks of GPU compute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23360" y="3959352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023360" y="3959352"/>
            <a:ext cx="54864" cy="8229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4005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LEAK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60520" y="427024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identity remains recoverable even after ASR fine-tuning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3-Step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3931920"/>
          </a:xfrm>
          <a:prstGeom prst="rect">
            <a:avLst/>
          </a:prstGeom>
          <a:solidFill>
            <a:srgbClr val="1C3557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51560"/>
            <a:ext cx="502920" cy="50292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Baseline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2212848"/>
            <a:ext cx="2468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331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speaker encoder on all 10 speakers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100% speaker accuracy (baseline)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encoder preserves phonetic info (MSE loss)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PRIVACY PROBLEM exists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834640" cy="3931920"/>
          </a:xfrm>
          <a:prstGeom prst="rect">
            <a:avLst/>
          </a:prstGeom>
          <a:solidFill>
            <a:srgbClr val="1C355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82696" y="10515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GRL Adversarial Unlearning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82696" y="2212848"/>
            <a:ext cx="2468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331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Reversal Layer flips gradients for forget speakers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to uniform → max confusion on forgotten speakers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82696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speakers train NORMALLY with cross-entropy loss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82696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ramps 0 → 1 (sigmoid warmup, 200 steps)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1005840"/>
            <a:ext cx="2834640" cy="3931920"/>
          </a:xfrm>
          <a:prstGeom prst="rect">
            <a:avLst/>
          </a:prstGeom>
          <a:solidFill>
            <a:srgbClr val="1C355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2784" y="10515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Post-Training: Projection Removal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2784" y="2212848"/>
            <a:ext cx="2468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331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on forget-speaker embeddings → find principal directions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Orthogonally project those directions out of weight matrix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72784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guarantee — speaker subspace is nulled 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72784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extra privacy beyond GRL alone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 =  1.0 × CE(retain)  +  2.0 × KL(forget → uniform)  +  0.05 × MSE(content)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SOTA TARGETS: PASS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005840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00584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0424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Accuracy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49240" y="12801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→  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1792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15179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10%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55280" y="12070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1810512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12080" y="1810512"/>
            <a:ext cx="54864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1847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Accuracy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49240" y="20848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 →  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0" y="2066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49240" y="23225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55280" y="20116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12080" y="2615184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212080" y="2615184"/>
            <a:ext cx="54864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Confidence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49240" y="28895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→  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17920" y="2871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49240" y="3127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~Random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955280" y="2816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212080" y="3419856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212080" y="3419856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3456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49240" y="36941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→  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17920" y="3675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49240" y="3931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0.80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55280" y="36210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11480" y="4325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Gap = -0.0092  —  Forget speakers scored BELOW random chance. Model is actively confused about their identity.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B9AAA">
              <a:alpha val="10000"/>
            </a:srgbClr>
          </a:solidFill>
          <a:ln w="12700">
            <a:solidFill>
              <a:srgbClr val="1B9AA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demonstrated that speaker identity can be surgically removed from HuBERT speech models — without retraining — using Gradient Reversal + SVD Projection Removal.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783080"/>
            <a:ext cx="162763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Forgetting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accuracy 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speakers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56816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56816" y="1783080"/>
            <a:ext cx="1627632" cy="5486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Quality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48256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 accuracy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retain speakers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0752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783080"/>
            <a:ext cx="16276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22192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confidence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random chance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04688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4688" y="1783080"/>
            <a:ext cx="16276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Preserved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96128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 cosine sim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phonetics intact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78624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1783080"/>
            <a:ext cx="162763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70064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1.7M params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mins on T4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730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109 VCTK speakers on A100 GPU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evaluated: 3.92 (Whisper-tiny) — speech quality confirmed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279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retrain-from-scratch and gradient ascent baselines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5537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multilingual speakers with mHuBERT / XLS-R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246120"/>
            <a:ext cx="2926080" cy="1645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32461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AI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Bhalla  ·  Vitthal Pandey  |  VCTK + HuBERT-base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480</Words>
  <Application>Microsoft Office PowerPoint</Application>
  <PresentationFormat>On-screen Show (16:9)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Speaker Identity Unlearning</dc:title>
  <dc:subject>PptxGenJS Presentation</dc:subject>
  <dc:creator>Manisha Bhalla &amp; Vitthal Pandey</dc:creator>
  <cp:lastModifiedBy>Manisha Bhalla</cp:lastModifiedBy>
  <cp:revision>2</cp:revision>
  <dcterms:created xsi:type="dcterms:W3CDTF">2026-04-18T18:44:38Z</dcterms:created>
  <dcterms:modified xsi:type="dcterms:W3CDTF">2026-04-18T23:01:46Z</dcterms:modified>
</cp:coreProperties>
</file>